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E4002B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2950" y="1832610"/>
            <a:ext cx="894321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上海地铁路径规划与运营管理系统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1332" y="2630805"/>
            <a:ext cx="5620702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C++17 核心 · REST 后端 · Web 可视化前端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3618" y="3250882"/>
            <a:ext cx="404829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东华大学 · 数据结构课程设计 · 2026-07</a:t>
            </a:r>
          </a:p>
        </p:txBody>
      </p:sp>
      <p:sp>
        <p:nvSpPr>
          <p:cNvPr id="7" name="Rectangle 7"/>
          <p:cNvSpPr/>
          <p:nvPr/>
        </p:nvSpPr>
        <p:spPr>
          <a:xfrm>
            <a:off x="952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631684" y="4692015"/>
            <a:ext cx="54663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94485" y="5267325"/>
            <a:ext cx="62103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条线路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238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3661132" y="4692015"/>
            <a:ext cx="105973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530+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79520" y="526732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个物理站</a:t>
            </a:r>
          </a:p>
        </p:txBody>
      </p:sp>
      <p:sp>
        <p:nvSpPr>
          <p:cNvPr id="13" name="Rectangle 13"/>
          <p:cNvSpPr/>
          <p:nvPr/>
        </p:nvSpPr>
        <p:spPr>
          <a:xfrm>
            <a:off x="5524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5818856" y="4692015"/>
            <a:ext cx="1316288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1300+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166485" y="5267325"/>
            <a:ext cx="62103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有向边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810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489684" y="4692015"/>
            <a:ext cx="54663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75320" y="5267325"/>
            <a:ext cx="9753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REST 端点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5904" y="6347460"/>
            <a:ext cx="629557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v2.0.0 · 小组答辩版 · github.com/Weishi-corroding/shanghai-metro-pathfinder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2026-07-01T04:33:12Z</dcterms:created>
  <dcterms:modified xsi:type="dcterms:W3CDTF">2026-07-01T04:33:12Z</dcterms:modified>
  <cp:category/>
  <cp:contentStatus/>
</cp:coreProperties>
</file>